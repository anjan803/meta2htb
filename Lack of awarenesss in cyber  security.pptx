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 Shrestha" userId="d473b70de63d45b3" providerId="LiveId" clId="{914ED058-9F24-4B3A-8783-98912B475934}"/>
    <pc:docChg chg="undo custSel addSld modSld">
      <pc:chgData name="Anjan Shrestha" userId="d473b70de63d45b3" providerId="LiveId" clId="{914ED058-9F24-4B3A-8783-98912B475934}" dt="2022-11-17T10:49:14.991" v="1192" actId="20577"/>
      <pc:docMkLst>
        <pc:docMk/>
      </pc:docMkLst>
      <pc:sldChg chg="addSp modSp mod">
        <pc:chgData name="Anjan Shrestha" userId="d473b70de63d45b3" providerId="LiveId" clId="{914ED058-9F24-4B3A-8783-98912B475934}" dt="2022-11-17T10:23:17.533" v="847" actId="1076"/>
        <pc:sldMkLst>
          <pc:docMk/>
          <pc:sldMk cId="2394467767" sldId="261"/>
        </pc:sldMkLst>
        <pc:spChg chg="mod">
          <ac:chgData name="Anjan Shrestha" userId="d473b70de63d45b3" providerId="LiveId" clId="{914ED058-9F24-4B3A-8783-98912B475934}" dt="2022-11-17T10:22:38.159" v="844" actId="20577"/>
          <ac:spMkLst>
            <pc:docMk/>
            <pc:sldMk cId="2394467767" sldId="261"/>
            <ac:spMk id="3" creationId="{5DB8E16A-0DCD-6983-90D1-2D0413CCDAF6}"/>
          </ac:spMkLst>
        </pc:spChg>
        <pc:picChg chg="add mod">
          <ac:chgData name="Anjan Shrestha" userId="d473b70de63d45b3" providerId="LiveId" clId="{914ED058-9F24-4B3A-8783-98912B475934}" dt="2022-11-17T10:23:17.533" v="847" actId="1076"/>
          <ac:picMkLst>
            <pc:docMk/>
            <pc:sldMk cId="2394467767" sldId="261"/>
            <ac:picMk id="5" creationId="{9F1F3FCE-0D91-E470-B52F-658C65940514}"/>
          </ac:picMkLst>
        </pc:picChg>
      </pc:sldChg>
      <pc:sldChg chg="addSp modSp mod">
        <pc:chgData name="Anjan Shrestha" userId="d473b70de63d45b3" providerId="LiveId" clId="{914ED058-9F24-4B3A-8783-98912B475934}" dt="2022-11-17T09:26:50.394" v="240" actId="14100"/>
        <pc:sldMkLst>
          <pc:docMk/>
          <pc:sldMk cId="2518676372" sldId="262"/>
        </pc:sldMkLst>
        <pc:spChg chg="mod">
          <ac:chgData name="Anjan Shrestha" userId="d473b70de63d45b3" providerId="LiveId" clId="{914ED058-9F24-4B3A-8783-98912B475934}" dt="2022-11-17T09:02:05.859" v="15"/>
          <ac:spMkLst>
            <pc:docMk/>
            <pc:sldMk cId="2518676372" sldId="262"/>
            <ac:spMk id="2" creationId="{79CFD228-EBEA-3409-813D-32E7F66D442B}"/>
          </ac:spMkLst>
        </pc:spChg>
        <pc:spChg chg="mod">
          <ac:chgData name="Anjan Shrestha" userId="d473b70de63d45b3" providerId="LiveId" clId="{914ED058-9F24-4B3A-8783-98912B475934}" dt="2022-11-17T09:26:26.483" v="239" actId="313"/>
          <ac:spMkLst>
            <pc:docMk/>
            <pc:sldMk cId="2518676372" sldId="262"/>
            <ac:spMk id="3" creationId="{AAFCB498-9F9B-49CB-FC1A-ACBD0B8ACCDB}"/>
          </ac:spMkLst>
        </pc:spChg>
        <pc:picChg chg="add mod">
          <ac:chgData name="Anjan Shrestha" userId="d473b70de63d45b3" providerId="LiveId" clId="{914ED058-9F24-4B3A-8783-98912B475934}" dt="2022-11-17T09:26:50.394" v="240" actId="14100"/>
          <ac:picMkLst>
            <pc:docMk/>
            <pc:sldMk cId="2518676372" sldId="262"/>
            <ac:picMk id="5" creationId="{73F724C4-0790-BB95-EAE7-DCE70E68FD12}"/>
          </ac:picMkLst>
        </pc:picChg>
      </pc:sldChg>
      <pc:sldChg chg="addSp modSp mod">
        <pc:chgData name="Anjan Shrestha" userId="d473b70de63d45b3" providerId="LiveId" clId="{914ED058-9F24-4B3A-8783-98912B475934}" dt="2022-11-17T09:35:32.925" v="258" actId="14100"/>
        <pc:sldMkLst>
          <pc:docMk/>
          <pc:sldMk cId="3160677460" sldId="263"/>
        </pc:sldMkLst>
        <pc:spChg chg="mod">
          <ac:chgData name="Anjan Shrestha" userId="d473b70de63d45b3" providerId="LiveId" clId="{914ED058-9F24-4B3A-8783-98912B475934}" dt="2022-11-17T09:27:38.989" v="241"/>
          <ac:spMkLst>
            <pc:docMk/>
            <pc:sldMk cId="3160677460" sldId="263"/>
            <ac:spMk id="2" creationId="{F07EFF97-25E7-3DA6-20FF-55F97C6A82FC}"/>
          </ac:spMkLst>
        </pc:spChg>
        <pc:spChg chg="mod">
          <ac:chgData name="Anjan Shrestha" userId="d473b70de63d45b3" providerId="LiveId" clId="{914ED058-9F24-4B3A-8783-98912B475934}" dt="2022-11-17T09:28:35.769" v="247" actId="207"/>
          <ac:spMkLst>
            <pc:docMk/>
            <pc:sldMk cId="3160677460" sldId="263"/>
            <ac:spMk id="3" creationId="{046A7BA8-E016-F36F-0ED3-49BFEC1DF420}"/>
          </ac:spMkLst>
        </pc:spChg>
        <pc:picChg chg="add mod">
          <ac:chgData name="Anjan Shrestha" userId="d473b70de63d45b3" providerId="LiveId" clId="{914ED058-9F24-4B3A-8783-98912B475934}" dt="2022-11-17T09:35:32.925" v="258" actId="14100"/>
          <ac:picMkLst>
            <pc:docMk/>
            <pc:sldMk cId="3160677460" sldId="263"/>
            <ac:picMk id="5" creationId="{0168610E-A12E-D4C2-BF08-1B91B46A22F7}"/>
          </ac:picMkLst>
        </pc:picChg>
      </pc:sldChg>
      <pc:sldChg chg="addSp delSp modSp new mod">
        <pc:chgData name="Anjan Shrestha" userId="d473b70de63d45b3" providerId="LiveId" clId="{914ED058-9F24-4B3A-8783-98912B475934}" dt="2022-11-17T10:41:42.612" v="1159" actId="1076"/>
        <pc:sldMkLst>
          <pc:docMk/>
          <pc:sldMk cId="1131752910" sldId="264"/>
        </pc:sldMkLst>
        <pc:spChg chg="mod">
          <ac:chgData name="Anjan Shrestha" userId="d473b70de63d45b3" providerId="LiveId" clId="{914ED058-9F24-4B3A-8783-98912B475934}" dt="2022-11-17T09:37:39.680" v="261" actId="27636"/>
          <ac:spMkLst>
            <pc:docMk/>
            <pc:sldMk cId="1131752910" sldId="264"/>
            <ac:spMk id="2" creationId="{4AF9CEF8-BA09-2955-D0AC-87686A331987}"/>
          </ac:spMkLst>
        </pc:spChg>
        <pc:spChg chg="mod">
          <ac:chgData name="Anjan Shrestha" userId="d473b70de63d45b3" providerId="LiveId" clId="{914ED058-9F24-4B3A-8783-98912B475934}" dt="2022-11-17T10:06:12.762" v="718" actId="5793"/>
          <ac:spMkLst>
            <pc:docMk/>
            <pc:sldMk cId="1131752910" sldId="264"/>
            <ac:spMk id="3" creationId="{747C4C47-8112-9042-3B93-BE41399A41A1}"/>
          </ac:spMkLst>
        </pc:spChg>
        <pc:picChg chg="add del mod">
          <ac:chgData name="Anjan Shrestha" userId="d473b70de63d45b3" providerId="LiveId" clId="{914ED058-9F24-4B3A-8783-98912B475934}" dt="2022-11-17T09:54:11.221" v="483" actId="21"/>
          <ac:picMkLst>
            <pc:docMk/>
            <pc:sldMk cId="1131752910" sldId="264"/>
            <ac:picMk id="5" creationId="{0ED379DA-A2B9-2A83-65A9-588BBC654B3B}"/>
          </ac:picMkLst>
        </pc:picChg>
        <pc:picChg chg="add mod">
          <ac:chgData name="Anjan Shrestha" userId="d473b70de63d45b3" providerId="LiveId" clId="{914ED058-9F24-4B3A-8783-98912B475934}" dt="2022-11-17T10:41:42.612" v="1159" actId="1076"/>
          <ac:picMkLst>
            <pc:docMk/>
            <pc:sldMk cId="1131752910" sldId="264"/>
            <ac:picMk id="7" creationId="{5BB9C133-0141-0A63-7BB5-F29B9AF6FEC0}"/>
          </ac:picMkLst>
        </pc:picChg>
      </pc:sldChg>
      <pc:sldChg chg="addSp modSp new mod">
        <pc:chgData name="Anjan Shrestha" userId="d473b70de63d45b3" providerId="LiveId" clId="{914ED058-9F24-4B3A-8783-98912B475934}" dt="2022-11-17T09:57:44.432" v="493" actId="20577"/>
        <pc:sldMkLst>
          <pc:docMk/>
          <pc:sldMk cId="4069665499" sldId="265"/>
        </pc:sldMkLst>
        <pc:spChg chg="mod">
          <ac:chgData name="Anjan Shrestha" userId="d473b70de63d45b3" providerId="LiveId" clId="{914ED058-9F24-4B3A-8783-98912B475934}" dt="2022-11-17T09:38:01.055" v="264" actId="27636"/>
          <ac:spMkLst>
            <pc:docMk/>
            <pc:sldMk cId="4069665499" sldId="265"/>
            <ac:spMk id="2" creationId="{10DD1B9E-A218-9A40-AEC1-1247C8AE022A}"/>
          </ac:spMkLst>
        </pc:spChg>
        <pc:spChg chg="mod">
          <ac:chgData name="Anjan Shrestha" userId="d473b70de63d45b3" providerId="LiveId" clId="{914ED058-9F24-4B3A-8783-98912B475934}" dt="2022-11-17T09:57:44.432" v="493" actId="20577"/>
          <ac:spMkLst>
            <pc:docMk/>
            <pc:sldMk cId="4069665499" sldId="265"/>
            <ac:spMk id="3" creationId="{9E148739-5E9A-DB73-11EB-37C07DA0FCBF}"/>
          </ac:spMkLst>
        </pc:spChg>
        <pc:picChg chg="add mod">
          <ac:chgData name="Anjan Shrestha" userId="d473b70de63d45b3" providerId="LiveId" clId="{914ED058-9F24-4B3A-8783-98912B475934}" dt="2022-11-17T09:57:32.876" v="491" actId="1076"/>
          <ac:picMkLst>
            <pc:docMk/>
            <pc:sldMk cId="4069665499" sldId="265"/>
            <ac:picMk id="5" creationId="{AB6A1CB4-8406-B5FA-3EE5-0DD82021D6A7}"/>
          </ac:picMkLst>
        </pc:picChg>
      </pc:sldChg>
      <pc:sldChg chg="addSp delSp modSp new mod">
        <pc:chgData name="Anjan Shrestha" userId="d473b70de63d45b3" providerId="LiveId" clId="{914ED058-9F24-4B3A-8783-98912B475934}" dt="2022-11-17T10:21:51.213" v="839" actId="14100"/>
        <pc:sldMkLst>
          <pc:docMk/>
          <pc:sldMk cId="4103928047" sldId="266"/>
        </pc:sldMkLst>
        <pc:spChg chg="mod">
          <ac:chgData name="Anjan Shrestha" userId="d473b70de63d45b3" providerId="LiveId" clId="{914ED058-9F24-4B3A-8783-98912B475934}" dt="2022-11-17T09:38:52.917" v="267" actId="27636"/>
          <ac:spMkLst>
            <pc:docMk/>
            <pc:sldMk cId="4103928047" sldId="266"/>
            <ac:spMk id="2" creationId="{286FA76A-5CCC-E059-459C-2328F0277545}"/>
          </ac:spMkLst>
        </pc:spChg>
        <pc:spChg chg="del">
          <ac:chgData name="Anjan Shrestha" userId="d473b70de63d45b3" providerId="LiveId" clId="{914ED058-9F24-4B3A-8783-98912B475934}" dt="2022-11-17T09:54:22.197" v="484"/>
          <ac:spMkLst>
            <pc:docMk/>
            <pc:sldMk cId="4103928047" sldId="266"/>
            <ac:spMk id="3" creationId="{93841CAA-CA10-24F8-06E0-068D1EDD5BD4}"/>
          </ac:spMkLst>
        </pc:spChg>
        <pc:spChg chg="add mod">
          <ac:chgData name="Anjan Shrestha" userId="d473b70de63d45b3" providerId="LiveId" clId="{914ED058-9F24-4B3A-8783-98912B475934}" dt="2022-11-17T10:21:28.278" v="835" actId="1076"/>
          <ac:spMkLst>
            <pc:docMk/>
            <pc:sldMk cId="4103928047" sldId="266"/>
            <ac:spMk id="6" creationId="{AE3CF55E-27F9-0F25-D5F5-16A7DF6C11FB}"/>
          </ac:spMkLst>
        </pc:spChg>
        <pc:picChg chg="add del mod">
          <ac:chgData name="Anjan Shrestha" userId="d473b70de63d45b3" providerId="LiveId" clId="{914ED058-9F24-4B3A-8783-98912B475934}" dt="2022-11-17T10:07:32.368" v="720" actId="21"/>
          <ac:picMkLst>
            <pc:docMk/>
            <pc:sldMk cId="4103928047" sldId="266"/>
            <ac:picMk id="4" creationId="{33D77CD0-C2D8-BB15-41A6-0CF3EA3B464B}"/>
          </ac:picMkLst>
        </pc:picChg>
        <pc:picChg chg="add mod">
          <ac:chgData name="Anjan Shrestha" userId="d473b70de63d45b3" providerId="LiveId" clId="{914ED058-9F24-4B3A-8783-98912B475934}" dt="2022-11-17T10:21:51.213" v="839" actId="14100"/>
          <ac:picMkLst>
            <pc:docMk/>
            <pc:sldMk cId="4103928047" sldId="266"/>
            <ac:picMk id="7" creationId="{BD05C5C6-1DD8-160C-F5B1-7ADF83FF6E93}"/>
          </ac:picMkLst>
        </pc:picChg>
        <pc:picChg chg="add mod">
          <ac:chgData name="Anjan Shrestha" userId="d473b70de63d45b3" providerId="LiveId" clId="{914ED058-9F24-4B3A-8783-98912B475934}" dt="2022-11-17T10:21:47.210" v="838" actId="14100"/>
          <ac:picMkLst>
            <pc:docMk/>
            <pc:sldMk cId="4103928047" sldId="266"/>
            <ac:picMk id="9" creationId="{DFD78B10-2625-1108-743E-7CB4C430EA20}"/>
          </ac:picMkLst>
        </pc:picChg>
      </pc:sldChg>
      <pc:sldChg chg="addSp delSp modSp new mod">
        <pc:chgData name="Anjan Shrestha" userId="d473b70de63d45b3" providerId="LiveId" clId="{914ED058-9F24-4B3A-8783-98912B475934}" dt="2022-11-17T10:18:47.364" v="816" actId="14100"/>
        <pc:sldMkLst>
          <pc:docMk/>
          <pc:sldMk cId="2035697768" sldId="267"/>
        </pc:sldMkLst>
        <pc:spChg chg="mod">
          <ac:chgData name="Anjan Shrestha" userId="d473b70de63d45b3" providerId="LiveId" clId="{914ED058-9F24-4B3A-8783-98912B475934}" dt="2022-11-17T09:39:31.807" v="270" actId="27636"/>
          <ac:spMkLst>
            <pc:docMk/>
            <pc:sldMk cId="2035697768" sldId="267"/>
            <ac:spMk id="2" creationId="{726EB540-86C7-CE10-B0C6-D16F28956922}"/>
          </ac:spMkLst>
        </pc:spChg>
        <pc:spChg chg="del">
          <ac:chgData name="Anjan Shrestha" userId="d473b70de63d45b3" providerId="LiveId" clId="{914ED058-9F24-4B3A-8783-98912B475934}" dt="2022-11-17T10:07:35.147" v="721"/>
          <ac:spMkLst>
            <pc:docMk/>
            <pc:sldMk cId="2035697768" sldId="267"/>
            <ac:spMk id="3" creationId="{0D1BEA32-F4E2-0FC9-1F5D-E4BC7665141E}"/>
          </ac:spMkLst>
        </pc:spChg>
        <pc:spChg chg="add mod">
          <ac:chgData name="Anjan Shrestha" userId="d473b70de63d45b3" providerId="LiveId" clId="{914ED058-9F24-4B3A-8783-98912B475934}" dt="2022-11-17T10:15:29.775" v="805" actId="1076"/>
          <ac:spMkLst>
            <pc:docMk/>
            <pc:sldMk cId="2035697768" sldId="267"/>
            <ac:spMk id="6" creationId="{D8210B6C-F927-5C87-4F14-F7B70D66772B}"/>
          </ac:spMkLst>
        </pc:spChg>
        <pc:picChg chg="add del mod">
          <ac:chgData name="Anjan Shrestha" userId="d473b70de63d45b3" providerId="LiveId" clId="{914ED058-9F24-4B3A-8783-98912B475934}" dt="2022-11-17T10:12:52.685" v="798" actId="21"/>
          <ac:picMkLst>
            <pc:docMk/>
            <pc:sldMk cId="2035697768" sldId="267"/>
            <ac:picMk id="4" creationId="{69C6BF23-B5F4-0D4F-EFF7-DB46029D679D}"/>
          </ac:picMkLst>
        </pc:picChg>
        <pc:picChg chg="add del mod">
          <ac:chgData name="Anjan Shrestha" userId="d473b70de63d45b3" providerId="LiveId" clId="{914ED058-9F24-4B3A-8783-98912B475934}" dt="2022-11-17T10:18:08.029" v="809" actId="21"/>
          <ac:picMkLst>
            <pc:docMk/>
            <pc:sldMk cId="2035697768" sldId="267"/>
            <ac:picMk id="8" creationId="{F239D5F2-AD03-DA77-4832-D4CC723DC2EA}"/>
          </ac:picMkLst>
        </pc:picChg>
        <pc:picChg chg="add mod">
          <ac:chgData name="Anjan Shrestha" userId="d473b70de63d45b3" providerId="LiveId" clId="{914ED058-9F24-4B3A-8783-98912B475934}" dt="2022-11-17T10:18:47.364" v="816" actId="14100"/>
          <ac:picMkLst>
            <pc:docMk/>
            <pc:sldMk cId="2035697768" sldId="267"/>
            <ac:picMk id="10" creationId="{A95F0FAC-D810-8BE4-B312-081EBAC432CD}"/>
          </ac:picMkLst>
        </pc:picChg>
      </pc:sldChg>
      <pc:sldChg chg="addSp delSp modSp new mod">
        <pc:chgData name="Anjan Shrestha" userId="d473b70de63d45b3" providerId="LiveId" clId="{914ED058-9F24-4B3A-8783-98912B475934}" dt="2022-11-17T10:36:44.356" v="1147" actId="313"/>
        <pc:sldMkLst>
          <pc:docMk/>
          <pc:sldMk cId="1414905894" sldId="268"/>
        </pc:sldMkLst>
        <pc:spChg chg="mod">
          <ac:chgData name="Anjan Shrestha" userId="d473b70de63d45b3" providerId="LiveId" clId="{914ED058-9F24-4B3A-8783-98912B475934}" dt="2022-11-17T09:40:06.888" v="273" actId="27636"/>
          <ac:spMkLst>
            <pc:docMk/>
            <pc:sldMk cId="1414905894" sldId="268"/>
            <ac:spMk id="2" creationId="{9072F28A-7104-732C-6548-9CB18C9FDF06}"/>
          </ac:spMkLst>
        </pc:spChg>
        <pc:spChg chg="del">
          <ac:chgData name="Anjan Shrestha" userId="d473b70de63d45b3" providerId="LiveId" clId="{914ED058-9F24-4B3A-8783-98912B475934}" dt="2022-11-17T10:12:56.453" v="799"/>
          <ac:spMkLst>
            <pc:docMk/>
            <pc:sldMk cId="1414905894" sldId="268"/>
            <ac:spMk id="3" creationId="{4C4499E7-3A2A-7200-C1B2-8E2877DB40FC}"/>
          </ac:spMkLst>
        </pc:spChg>
        <pc:spChg chg="add mod">
          <ac:chgData name="Anjan Shrestha" userId="d473b70de63d45b3" providerId="LiveId" clId="{914ED058-9F24-4B3A-8783-98912B475934}" dt="2022-11-17T10:36:44.356" v="1147" actId="313"/>
          <ac:spMkLst>
            <pc:docMk/>
            <pc:sldMk cId="1414905894" sldId="268"/>
            <ac:spMk id="6" creationId="{679EAA31-DC97-E858-4AD0-1EB55A2745C3}"/>
          </ac:spMkLst>
        </pc:spChg>
        <pc:picChg chg="add del mod">
          <ac:chgData name="Anjan Shrestha" userId="d473b70de63d45b3" providerId="LiveId" clId="{914ED058-9F24-4B3A-8783-98912B475934}" dt="2022-11-17T10:19:00.540" v="817" actId="21"/>
          <ac:picMkLst>
            <pc:docMk/>
            <pc:sldMk cId="1414905894" sldId="268"/>
            <ac:picMk id="4" creationId="{3043792B-D61C-3E50-0C14-49E591B4561F}"/>
          </ac:picMkLst>
        </pc:picChg>
      </pc:sldChg>
      <pc:sldChg chg="delSp modSp new mod">
        <pc:chgData name="Anjan Shrestha" userId="d473b70de63d45b3" providerId="LiveId" clId="{914ED058-9F24-4B3A-8783-98912B475934}" dt="2022-11-17T10:49:14.991" v="1192" actId="20577"/>
        <pc:sldMkLst>
          <pc:docMk/>
          <pc:sldMk cId="1143337484" sldId="269"/>
        </pc:sldMkLst>
        <pc:spChg chg="mod">
          <ac:chgData name="Anjan Shrestha" userId="d473b70de63d45b3" providerId="LiveId" clId="{914ED058-9F24-4B3A-8783-98912B475934}" dt="2022-11-17T10:49:14.991" v="1192" actId="20577"/>
          <ac:spMkLst>
            <pc:docMk/>
            <pc:sldMk cId="1143337484" sldId="269"/>
            <ac:spMk id="2" creationId="{BA3AF663-48F6-8A06-8C27-A54E184D4D15}"/>
          </ac:spMkLst>
        </pc:spChg>
        <pc:spChg chg="del">
          <ac:chgData name="Anjan Shrestha" userId="d473b70de63d45b3" providerId="LiveId" clId="{914ED058-9F24-4B3A-8783-98912B475934}" dt="2022-11-17T10:43:34.255" v="1178" actId="21"/>
          <ac:spMkLst>
            <pc:docMk/>
            <pc:sldMk cId="1143337484" sldId="269"/>
            <ac:spMk id="3" creationId="{5BF2AD8B-4121-69F8-6D3C-36009277DB85}"/>
          </ac:spMkLst>
        </pc:spChg>
      </pc:sldChg>
      <pc:sldChg chg="delSp modSp new mod">
        <pc:chgData name="Anjan Shrestha" userId="d473b70de63d45b3" providerId="LiveId" clId="{914ED058-9F24-4B3A-8783-98912B475934}" dt="2022-11-17T10:43:50.538" v="1190" actId="21"/>
        <pc:sldMkLst>
          <pc:docMk/>
          <pc:sldMk cId="2994702121" sldId="270"/>
        </pc:sldMkLst>
        <pc:spChg chg="mod">
          <ac:chgData name="Anjan Shrestha" userId="d473b70de63d45b3" providerId="LiveId" clId="{914ED058-9F24-4B3A-8783-98912B475934}" dt="2022-11-17T10:43:44.437" v="1189" actId="20577"/>
          <ac:spMkLst>
            <pc:docMk/>
            <pc:sldMk cId="2994702121" sldId="270"/>
            <ac:spMk id="2" creationId="{0ABE22A9-CDB3-C687-AAE2-A1B1B0AC84DD}"/>
          </ac:spMkLst>
        </pc:spChg>
        <pc:spChg chg="del">
          <ac:chgData name="Anjan Shrestha" userId="d473b70de63d45b3" providerId="LiveId" clId="{914ED058-9F24-4B3A-8783-98912B475934}" dt="2022-11-17T10:43:50.538" v="1190" actId="21"/>
          <ac:spMkLst>
            <pc:docMk/>
            <pc:sldMk cId="2994702121" sldId="270"/>
            <ac:spMk id="3" creationId="{3152894B-BE95-A7A9-D887-EB6F64245E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3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5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7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9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9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6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06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2748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3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83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4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63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3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CB843-7473-4FD1-AA1C-7A94E30C6DF1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58A08-DBD2-4269-9ED5-F41C395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984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68" r:id="rId16"/>
    <p:sldLayoutId id="214748396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ebp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governance.co.uk/shop/product/complete-staff-awareness-e-learning-suit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290E-D3E0-7E85-48C1-CEC77A292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Lack of awarenesss in cyber 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DC367-044D-88DC-157D-F4FFA42F1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0257" y="4217859"/>
            <a:ext cx="9001462" cy="1655762"/>
          </a:xfrm>
        </p:spPr>
        <p:txBody>
          <a:bodyPr/>
          <a:lstStyle/>
          <a:p>
            <a:r>
              <a:rPr lang="en-US" dirty="0"/>
              <a:t> ANJAN SHRESTHA</a:t>
            </a:r>
          </a:p>
          <a:p>
            <a:r>
              <a:rPr lang="en-US" dirty="0"/>
              <a:t>Date 2022/11/17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89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0009-79A4-76BD-48E1-940686FD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A5DFB-BA27-E27B-796F-08ACEF775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Important of Cyber security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Cyber Security threats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Measure issue in cybersecurity awareness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What is Cyber Security Awareness &amp; it’s Important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importance of cyber security staff awareness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Cyber security awareness best practices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Implementing cyber security awareness 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Choosing a staff awareness training provider</a:t>
            </a:r>
          </a:p>
        </p:txBody>
      </p:sp>
    </p:spTree>
    <p:extLst>
      <p:ext uri="{BB962C8B-B14F-4D97-AF65-F5344CB8AC3E}">
        <p14:creationId xmlns:p14="http://schemas.microsoft.com/office/powerpoint/2010/main" val="385128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8064-1E46-8F07-23A6-DBD4CC5B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of Cyber security	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8E16A-0DCD-6983-90D1-2D0413CC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Due to increasing number of the users, device and the programs .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Hacker  or Cyber attacker growing day by day.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Hacker with the new  technique of attack.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confidential or sensitive data loss.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F3FCE-0D91-E470-B52F-658C65940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440" y="2693437"/>
            <a:ext cx="5623560" cy="355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6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D228-EBEA-3409-813D-32E7F66D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Security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CB498-9F9B-49CB-FC1A-ACBD0B8AC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Phishing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Spear phishing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Ransomware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Malware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Social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Insider threats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Distributed denial-of-service (DDoS)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 Password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Trojan horse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SQL Injection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Cross Site Scripting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724C4-0790-BB95-EAE7-DCE70E68F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774" y="2096064"/>
            <a:ext cx="7275226" cy="415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7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FF97-25E7-3DA6-20FF-55F97C6A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issue in cybersecurity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7BA8-E016-F36F-0ED3-49BFEC1DF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Roboto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 of understanding of importance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Lack of consistency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Lack of rigorous testing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8610E-A12E-D4C2-BF08-1B91B46A2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035" y="2237672"/>
            <a:ext cx="6389455" cy="329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7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CEF8-BA09-2955-D0AC-87686A33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Cyber Security Awareness &amp; it’s Important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C4C47-8112-9042-3B93-BE41399A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marR="0" indent="-28575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is one of the important topics in this world and necessary for the prevention form different cyber security threats and the hackers .</a:t>
            </a:r>
          </a:p>
          <a:p>
            <a:pPr marL="57150" marR="0" indent="-28575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also include that  the employees mainly expose the information directly may be misconfiguration of the database or any methods of data leeks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so that hacker can easily </a:t>
            </a:r>
            <a:r>
              <a:rPr lang="en-US" dirty="0">
                <a:effectLst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get excess to the system and takes the data and sell to other thirds parties. </a:t>
            </a:r>
          </a:p>
          <a:p>
            <a:pPr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Blackmail  or  Harassed demanding fund or other things.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B9C133-0141-0A63-7BB5-F29B9AF6F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321" y="3943632"/>
            <a:ext cx="4534679" cy="244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5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1B9E-A218-9A40-AEC1-1247C8AE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importance of cyber security staff awareness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8739-5E9A-DB73-11EB-37C07DA0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breach.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Often fall with in phishing trick or scam.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Accounts are being compromised.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Weak password loss confidentiality of sensitive 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Reputational harm of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istakes that undermine the security practices.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A1CB4-8406-B5FA-3EE5-0DD82021D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05" y="2270072"/>
            <a:ext cx="43053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A76A-5CCC-E059-459C-2328F027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Cyber security awareness best practices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CF55E-27F9-0F25-D5F5-16A7DF6C1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1274"/>
            <a:ext cx="10353762" cy="3695136"/>
          </a:xfrm>
        </p:spPr>
        <p:txBody>
          <a:bodyPr/>
          <a:lstStyle/>
          <a:p>
            <a:pPr algn="just" fontAlgn="base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employees at every level of the organization must receive training</a:t>
            </a:r>
          </a:p>
          <a:p>
            <a:pPr algn="just" fontAlgn="base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must occur several times a year</a:t>
            </a:r>
          </a:p>
          <a:p>
            <a:pPr algn="just" fontAlgn="base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how your employee’s work</a:t>
            </a:r>
          </a:p>
          <a:p>
            <a:pPr algn="just" fontAlgn="base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be overly critical when employees make mistakes</a:t>
            </a:r>
          </a:p>
          <a:p>
            <a:pPr algn="just" fontAlgn="base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for ways to complement staff awareness training</a:t>
            </a:r>
          </a:p>
          <a:p>
            <a:pPr marL="0" indent="0" fontAlgn="base">
              <a:lnSpc>
                <a:spcPct val="107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44444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4444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D05C5C6-1DD8-160C-F5B1-7ADF83FF6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76" y="3493330"/>
            <a:ext cx="5478623" cy="28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D78B10-2625-1108-743E-7CB4C430E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8" y="3493330"/>
            <a:ext cx="5715001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2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B540-86C7-CE10-B0C6-D16F2895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cyber security awareness training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10B6C-F927-5C87-4F14-F7B70D667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67970"/>
            <a:ext cx="10353762" cy="3695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Consider your requirements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Set metrics for success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Be thorough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Engage your staff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Focus on behaviors, not knowledge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Time it right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Play the long game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F0FAC-D810-8BE4-B312-081EBAC43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356" y="2383436"/>
            <a:ext cx="5791200" cy="29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9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F28A-7104-732C-6548-9CB18C9F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a staff awareness training provider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EAA31-DC97-E858-4AD0-1EB55A27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Making a staff awareness training course after problem is one of the tough tasks, that why various company or the organizations  should given training before the problem occurs.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Course must shelter a complete variety or the range on the topic that  including the main general data or the information security threat of the phishing and in the GDPR</a:t>
            </a:r>
            <a:r>
              <a:rPr lang="en-US" sz="1800" spc="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(General Data Protection Regulation)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compliance.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IT Governance knows that the  importance of this types of courses and they included it  them for the complete learning course in the </a:t>
            </a:r>
            <a:r>
              <a:rPr lang="en-US" sz="1800" u="none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Staff Awareness E-learning Suite</a:t>
            </a:r>
            <a:r>
              <a:rPr lang="en-US" sz="1800" u="none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type of the package covers all the nine e-learning programs, which are joint with your repeated awareness operation or a campaign that will help to boost up the employees’ which they will be understanding the range of this topics.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0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F663-48F6-8A06-8C27-A54E184D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ANY QUESTIONS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37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22A9-CDB3-C687-AAE2-A1B1B0AC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4702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126</TotalTime>
  <Words>506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Roboto</vt:lpstr>
      <vt:lpstr>Rockwell</vt:lpstr>
      <vt:lpstr>Times New Roman</vt:lpstr>
      <vt:lpstr>Wingdings</vt:lpstr>
      <vt:lpstr>Damask</vt:lpstr>
      <vt:lpstr>Lack of awarenesss in cyber  security</vt:lpstr>
      <vt:lpstr>Content</vt:lpstr>
      <vt:lpstr>Important of Cyber security  </vt:lpstr>
      <vt:lpstr>Cyber Security threats</vt:lpstr>
      <vt:lpstr>Measure issue in cybersecurity awareness</vt:lpstr>
      <vt:lpstr>What is Cyber Security Awareness &amp; it’s Important </vt:lpstr>
      <vt:lpstr>The importance of cyber security staff awareness </vt:lpstr>
      <vt:lpstr>Cyber security awareness best practices </vt:lpstr>
      <vt:lpstr>Implementing cyber security awareness training </vt:lpstr>
      <vt:lpstr>Choosing a staff awareness training provider </vt:lpstr>
      <vt:lpstr>ANY QUESTIONS 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Lack of awarenesss in cyber  security</dc:title>
  <dc:creator>Anjan Shrestha</dc:creator>
  <cp:lastModifiedBy>Anjan Shrestha</cp:lastModifiedBy>
  <cp:revision>1</cp:revision>
  <dcterms:created xsi:type="dcterms:W3CDTF">2022-11-17T08:39:40Z</dcterms:created>
  <dcterms:modified xsi:type="dcterms:W3CDTF">2022-11-17T10:49:19Z</dcterms:modified>
</cp:coreProperties>
</file>